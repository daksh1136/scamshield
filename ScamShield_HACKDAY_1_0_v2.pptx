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3a65b1efbe42b7" /><Relationship Type="http://schemas.openxmlformats.org/officeDocument/2006/relationships/extended-properties" Target="/docProps/app.xml" Id="Rc3637e44c99a4299" /><Relationship Type="http://schemas.openxmlformats.org/officeDocument/2006/relationships/officeDocument" Target="/ppt/presentation.xml" Id="Rb1e58cf0bbe84e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ff1133ce454a2e"/>
  </p:sldMasterIdLst>
  <p:notesMasterIdLst>
    <p:notesMasterId xmlns:r="http://schemas.openxmlformats.org/officeDocument/2006/relationships" r:id="Rbf90cd53fde843c7"/>
  </p:notesMasterIdLst>
  <p:sldIdLst>
    <p:sldId xmlns:r="http://schemas.openxmlformats.org/officeDocument/2006/relationships" id="256" r:id="Re99b44d05c454c91"/>
    <p:sldId xmlns:r="http://schemas.openxmlformats.org/officeDocument/2006/relationships" id="257" r:id="Reb022df7fda94b5c"/>
    <p:sldId xmlns:r="http://schemas.openxmlformats.org/officeDocument/2006/relationships" id="258" r:id="R5e8c55af07804597"/>
    <p:sldId xmlns:r="http://schemas.openxmlformats.org/officeDocument/2006/relationships" id="259" r:id="R45874ec51ab44839"/>
    <p:sldId xmlns:r="http://schemas.openxmlformats.org/officeDocument/2006/relationships" id="260" r:id="R070f9504a4ea4385"/>
    <p:sldId xmlns:r="http://schemas.openxmlformats.org/officeDocument/2006/relationships" id="261" r:id="R4812f1c4370540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dd692043d94f2c" /><Relationship Type="http://schemas.openxmlformats.org/officeDocument/2006/relationships/slideMaster" Target="/ppt/slideMasters/slideMaster1.xml" Id="R5eff1133ce454a2e" /><Relationship Type="http://schemas.openxmlformats.org/officeDocument/2006/relationships/notesMaster" Target="/ppt/notesMasters/notesMaster1.xml" Id="Rbf90cd53fde843c7" /><Relationship Type="http://schemas.openxmlformats.org/officeDocument/2006/relationships/presProps" Target="/ppt/presProps.xml" Id="R5e37b339b41c46d7" /><Relationship Type="http://schemas.openxmlformats.org/officeDocument/2006/relationships/tableStyles" Target="/ppt/tableStyles.xml" Id="R5eb996f73bf24923" /><Relationship Type="http://schemas.openxmlformats.org/officeDocument/2006/relationships/slide" Target="/ppt/slides/slide1.xml" Id="Re99b44d05c454c91" /><Relationship Type="http://schemas.openxmlformats.org/officeDocument/2006/relationships/slide" Target="/ppt/slides/slide2.xml" Id="Reb022df7fda94b5c" /><Relationship Type="http://schemas.openxmlformats.org/officeDocument/2006/relationships/slide" Target="/ppt/slides/slide3.xml" Id="R5e8c55af07804597" /><Relationship Type="http://schemas.openxmlformats.org/officeDocument/2006/relationships/slide" Target="/ppt/slides/slide4.xml" Id="R45874ec51ab44839" /><Relationship Type="http://schemas.openxmlformats.org/officeDocument/2006/relationships/slide" Target="/ppt/slides/slide5.xml" Id="R070f9504a4ea4385" /><Relationship Type="http://schemas.openxmlformats.org/officeDocument/2006/relationships/slide" Target="/ppt/slides/slide6.xml" Id="R4812f1c4370540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7c9aad12334e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531e1503ef4098" /><Relationship Type="http://schemas.openxmlformats.org/officeDocument/2006/relationships/notesMaster" Target="/ppt/notesMasters/notesMaster1.xml" Id="R838ab07996ab41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f0ffb2c5df42c3" /><Relationship Type="http://schemas.openxmlformats.org/officeDocument/2006/relationships/notesMaster" Target="/ppt/notesMasters/notesMaster1.xml" Id="R617899ad18774c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de179237a14244" /><Relationship Type="http://schemas.openxmlformats.org/officeDocument/2006/relationships/notesMaster" Target="/ppt/notesMasters/notesMaster1.xml" Id="Rb2758391985243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7c911cd7b2432c" /><Relationship Type="http://schemas.openxmlformats.org/officeDocument/2006/relationships/notesMaster" Target="/ppt/notesMasters/notesMaster1.xml" Id="R4d2fd27dc90d46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73573d5aa3459d" /><Relationship Type="http://schemas.openxmlformats.org/officeDocument/2006/relationships/notesMaster" Target="/ppt/notesMasters/notesMaster1.xml" Id="R6d1115e99f264e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25f0cc92c644ca" /><Relationship Type="http://schemas.openxmlformats.org/officeDocument/2006/relationships/notesMaster" Target="/ppt/notesMasters/notesMaster1.xml" Id="R9223ea639eb14f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df3b823864e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56641e243b4da0" /><Relationship Type="http://schemas.openxmlformats.org/officeDocument/2006/relationships/slideLayout" Target="/ppt/slideLayouts/slideLayout1.xml" Id="Rbe773279ccb44d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773279ccb44d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d9e1934544ef1" /><Relationship Type="http://schemas.openxmlformats.org/officeDocument/2006/relationships/notesSlide" Target="/ppt/notesSlides/notesSlide1.xml" Id="R7491db4a7ca24a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668681a154257" /><Relationship Type="http://schemas.openxmlformats.org/officeDocument/2006/relationships/notesSlide" Target="/ppt/notesSlides/notesSlide2.xml" Id="R785d3496fdf048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eb903ca084ead" /><Relationship Type="http://schemas.openxmlformats.org/officeDocument/2006/relationships/notesSlide" Target="/ppt/notesSlides/notesSlide3.xml" Id="R596f6c8924b345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4967bf6d145a3" /><Relationship Type="http://schemas.openxmlformats.org/officeDocument/2006/relationships/notesSlide" Target="/ppt/notesSlides/notesSlide4.xml" Id="R9a2bfbba9a694c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c08cee31a400c" /><Relationship Type="http://schemas.openxmlformats.org/officeDocument/2006/relationships/notesSlide" Target="/ppt/notesSlides/notesSlide5.xml" Id="R7b7ea3a3d96a4b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3cc3cae7c4c35" /><Relationship Type="http://schemas.openxmlformats.org/officeDocument/2006/relationships/notesSlide" Target="/ppt/notesSlides/notesSlide6.xml" Id="R44446e1117f14b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2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7A16E-900F-4CDD-97AB-8D668865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E0B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8BE0B7"/>
                </a:solidFill>
                <a:latin typeface="Bitstream Charter"/>
                <a:ea typeface="Bitstream Charter"/>
                <a:cs typeface="Bitstream Charter"/>
              </a:rPr>
              <a:t>SCAMSHIELD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D3E9C-56F0-4E68-962B-04808210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Think before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you click.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13B8B-F2B9-4B21-87AD-68FFB3AE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48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7E8E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D7E8E1"/>
                </a:solidFill>
                <a:latin typeface="Bitstream Charter"/>
                <a:ea typeface="Bitstream Charter"/>
                <a:cs typeface="Bitstream Charter"/>
              </a:rPr>
              <a:t>A private, browser-based scam and phishing message checker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FE5A9-B3FD-4230-A2A4-D2189E36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4780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6825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7BCB8-4EA3-4904-8F46-E387D723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85925"/>
            <a:ext cx="142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D1AAD-184C-4E60-98A7-06BD4C62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D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A8BDB5"/>
                </a:solidFill>
                <a:latin typeface="Bitstream Charter"/>
                <a:ea typeface="Bitstream Charter"/>
                <a:cs typeface="Bitstream Charter"/>
              </a:rPr>
              <a:t>HACKDAY 1.0</a:t>
            </a:r>
          </a:p>
          <a:p xmlns:a="http://schemas.openxmlformats.org/drawingml/2006/main">
            <a:pPr>
              <a:defRPr sz="1200" b="1">
                <a:solidFill>
                  <a:srgbClr val="A8BD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A8BDB5"/>
                </a:solidFill>
                <a:latin typeface="Bitstream Charter"/>
                <a:ea typeface="Bitstream Charter"/>
                <a:cs typeface="Bitstream Charter"/>
              </a:rPr>
              <a:t>Tech for a Better Tomorrow</a:t>
            </a:r>
          </a:p>
        </p:txBody>
      </p:sp>
    </p:spTree>
    <p:extLst>
      <p:ext uri="{BB962C8B-B14F-4D97-AF65-F5344CB8AC3E}">
        <p14:creationId xmlns:p14="http://schemas.microsoft.com/office/powerpoint/2010/main" val="17803819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F3430-B082-4047-877F-8DF1EAD2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rPr>
              <a:t>SCAMSHIELD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36BDF-E168-4FC2-B4A5-1B5EF4A8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1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HACKDAY 1.0   2/6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36B8F-4B5A-429B-AF0A-3C366182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583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181EB-2077-4C01-BD84-3B2C257F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28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Scam messages create urgency, imitate trusted brands, and ask people to act before they verify.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1124B-8476-44E1-8E40-996C7395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A196C-7125-4B86-85E9-3A3D047E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rPr>
              <a:t>Pressure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22D9D-3204-49B1-BE1E-19A52321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“Act now”, account blocked, last warning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C8ED8-3A1F-45D1-AF5C-06A6447F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622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EF3C7-6023-4101-8182-257BE4EA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105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rPr>
              <a:t>Deception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5DC9B-5255-480A-B04B-5CFF844C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6235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Fake links, prizes, refunds, KYC requests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0F1B9-739D-4133-943C-5656E2FB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622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B53EC-9CA8-4200-8CD7-799075F4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05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rPr>
              <a:t>Credential theft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A40172-ED8F-41AB-A910-05791C7F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6235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OTP, PIN, password, and card detail requests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69027-0BA5-47C7-8992-8C4BCCE3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rPr>
              <a:t>People need a quick, understandable safety check before responding.</a:t>
            </a:r>
          </a:p>
        </p:txBody>
      </p:sp>
    </p:spTree>
    <p:extLst>
      <p:ext uri="{BB962C8B-B14F-4D97-AF65-F5344CB8AC3E}">
        <p14:creationId xmlns:p14="http://schemas.microsoft.com/office/powerpoint/2010/main" val="1325146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5A853-30D4-41B7-947C-F2CF07C9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rPr>
              <a:t>SCAMSHIELD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DEBA9-A8B4-48EA-9B00-158AD7D3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1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HACKDAY 1.0   3/6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FF96F-9B83-4D3E-825E-5206EDB8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583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rPr>
              <a:t>The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FC25C-CEF6-4EFA-A51B-6EA9A144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ScamShield turns a pasted message into an explainable risk assessment.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C3E81-0B37-40A2-B369-FB395DA6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C2154-8BE4-48AA-A3F9-8F85C4CF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DB7CA-2588-4DC6-8295-A238BAC8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rPr>
              <a:t>Paste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6372F-6706-4BE7-B4A9-D915E6CD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SMS, WhatsApp, email, or job offer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C45FE-73F6-4C23-BC02-29FF2DFC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527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C2355-C0F2-4728-AB49-6AAE246A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004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F75A5-007E-4B65-B3AF-5978159A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667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rPr>
              <a:t>Scan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8EDB4-49A1-4162-B5A8-B9FE48C5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09575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Detect links, pressure, sensitive requests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E87A4-490B-42B7-AE5E-8A3E9C93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527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B7AAD-0D84-4AF3-B7D8-BA2EA717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004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9B9E9A-9C5A-4244-9934-B7205E8A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67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rPr>
              <a:t>Explain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66324-DCD0-4565-ACC7-603C3874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575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Show the exact warning signs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BF5FB-2E35-4F17-BE93-2BFC4800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9527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6825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7942AB-84F7-40BE-B3A9-865D57EE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2004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15519-81AC-441B-9D30-CD94AFB6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67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0BC49-774A-406C-A358-2F601A79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9575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4F6E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E4F6EC"/>
                </a:solidFill>
                <a:latin typeface="Bitstream Charter"/>
                <a:ea typeface="Bitstream Charter"/>
                <a:cs typeface="Bitstream Charter"/>
              </a:rPr>
              <a:t>Give safe next steps</a:t>
            </a:r>
          </a:p>
        </p:txBody>
      </p:sp>
    </p:spTree>
    <p:extLst>
      <p:ext uri="{BB962C8B-B14F-4D97-AF65-F5344CB8AC3E}">
        <p14:creationId xmlns:p14="http://schemas.microsoft.com/office/powerpoint/2010/main" val="1510178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E65A1-D285-4152-A03D-83360F14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rPr>
              <a:t>SCAMSHIELD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04F8E-D083-4A5C-AC96-C138D3D7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1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HACKDAY 1.0   4/6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AFDEA-1D14-46EF-BA95-29DAE1D5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583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rPr>
              <a:t>Product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7A7F8-CE60-4172-A995-1F5FFC9A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A single focused flow keeps the checker fast and easy to 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DB02B-4FC4-47E1-AFA4-EDBAE018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D69BC-BA1A-4895-97FA-5EC24F9B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rPr>
              <a:t>Message to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1510D-EC5E-46C6-A4F2-156CF7BB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9525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FAF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8784C-AF72-4EB1-A26F-64C13BC8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URGENT: Your bank account will be blocked today. Verify your KYC…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BD71D-C8EB-4F3A-9D00-4C46FEEE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76750"/>
            <a:ext cx="18002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21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CECB3-3D1F-4339-94F6-CFAD0160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6101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Scan message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2BB77-6CA6-4E86-8319-7B8C8090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960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D37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D3741"/>
                </a:solidFill>
                <a:latin typeface="Bitstream Charter"/>
                <a:ea typeface="Bitstream Charter"/>
                <a:cs typeface="Bitstream Charter"/>
              </a:rPr>
              <a:t>Result: DANGEROUS   74/100</a:t>
            </a:r>
          </a:p>
        </p:txBody>
      </p:sp>
    </p:spTree>
    <p:extLst>
      <p:ext uri="{BB962C8B-B14F-4D97-AF65-F5344CB8AC3E}">
        <p14:creationId xmlns:p14="http://schemas.microsoft.com/office/powerpoint/2010/main" val="3099012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CE0907-73BA-4D2C-96C2-56208809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rPr>
              <a:t>SCAMSHIELD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53983-0117-4300-AB71-86F1E909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1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HACKDAY 1.0   5/6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30345-F17D-4A2A-929A-4F3E6019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583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rPr>
              <a:t>Technical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C7A0A-5AD7-4441-BB70-43326996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The prototype works entirely in the browser. No account, database, or message upload is required.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5D1D4-C7B5-4C15-BF7E-828C373D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56C78-289C-4935-BAE9-333B273C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DA9B6-21B2-49BE-9ABA-E79CA85B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47975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rPr>
              <a:t>Transparent rules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38FB6-4177-486B-B4D0-61EDF82B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432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Detects OTP or PIN requests, suspicious links, urgency, common scam bait, and secrecy prompts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6F913-375F-4542-B63D-3FFBF232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9728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080BD-12FF-46A2-A534-7A6B1F3B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7510D-2AF4-4F03-B6B7-52FEAEEC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14775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rPr>
              <a:t>Risk scoring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860D3E-648F-4BE3-AA43-52367AB1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100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Combines matched signals into a clear 0–100 score and three risk levels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4E482D-2B8A-49E0-AD57-509C9E79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7904DF-A8BB-4045-A82D-A7CEFEA2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A9DF3-D80F-46B2-BF23-03CBA2C8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81575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rPr>
              <a:t>Safety guidance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42732E-BBDD-4ECF-AEF3-701E0A78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76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Maps the score to practical advice, such as stopping before clicking and verifying through official channels</a:t>
            </a:r>
          </a:p>
        </p:txBody>
      </p:sp>
    </p:spTree>
    <p:extLst>
      <p:ext uri="{BB962C8B-B14F-4D97-AF65-F5344CB8AC3E}">
        <p14:creationId xmlns:p14="http://schemas.microsoft.com/office/powerpoint/2010/main" val="15121020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EB0B3-3FFA-43A4-A9CE-405D54D8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rPr>
              <a:t>SCAMSHIELD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AFB5D-468D-462C-AABE-EE4464A6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1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HACKDAY 1.0   6/6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B414E-402A-440B-B036-CD51A7A7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583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rPr>
              <a:t>Impact and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A5B50-EBCC-496C-AC7F-CA3DED8B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ScamShield helps people pause, understand risk, and choose a safer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C2BA8-786C-4D13-A7C8-101B94E6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04825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8A624-98D7-4BBF-9061-E74788CF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rPr>
              <a:t>Today’s prototype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99794-6C0E-42DF-8704-284F2624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352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rPr>
              <a:t>Private browser analysis</a:t>
            </a:r>
          </a:p>
          <a:p xmlns:a="http://schemas.openxmlformats.org/drawingml/2006/main">
            <a:pPr>
              <a:defRPr sz="1500" b="0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rPr>
              <a:t>Explainable risk score</a:t>
            </a:r>
          </a:p>
          <a:p xmlns:a="http://schemas.openxmlformats.org/drawingml/2006/main">
            <a:pPr>
              <a:defRPr sz="1500" b="0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rPr>
              <a:t>Actionable safety advice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36991-B926-4120-A682-E326D296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19375"/>
            <a:ext cx="54102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1F177-A30A-4155-A8DC-5037059F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0221E"/>
                </a:solidFill>
                <a:latin typeface="Bitstream Charter"/>
                <a:ea typeface="Bitstream Charter"/>
                <a:cs typeface="Bitstream Charter"/>
              </a:rPr>
              <a:t>Future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2CC6A-A3C8-4B06-A896-283D511B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Screenshot OCR</a:t>
            </a:r>
          </a:p>
          <a:p xmlns:a="http://schemas.openxmlformats.org/drawingml/2006/main">
            <a:pPr>
              <a:defRPr sz="150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Regional language support</a:t>
            </a:r>
          </a:p>
          <a:p xmlns:a="http://schemas.openxmlformats.org/drawingml/2006/main">
            <a:pPr>
              <a:defRPr sz="150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E706A"/>
                </a:solidFill>
                <a:latin typeface="Bitstream Charter"/>
                <a:ea typeface="Bitstream Charter"/>
                <a:cs typeface="Bitstream Charter"/>
              </a:rPr>
              <a:t>Verified reporting and awareness resources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7C31E-568A-4414-B081-BBA5299E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6825A"/>
                </a:solidFill>
                <a:latin typeface="Bitstream Charter"/>
                <a:ea typeface="Bitstream Charter"/>
                <a:cs typeface="Bitstream Charter"/>
              </a:rPr>
              <a:t>ScamShield  |  Built for HACKDAY 1.0</a:t>
            </a:r>
          </a:p>
        </p:txBody>
      </p:sp>
    </p:spTree>
    <p:extLst>
      <p:ext uri="{BB962C8B-B14F-4D97-AF65-F5344CB8AC3E}">
        <p14:creationId xmlns:p14="http://schemas.microsoft.com/office/powerpoint/2010/main" val="1542635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2026-09-20T04:16:20.2740000Z</dcterms:created>
  <dcterms:modified xsi:type="dcterms:W3CDTF">2026-09-20T04:16:20.2740000Z</dcterms:modified>
</coreProperties>
</file>